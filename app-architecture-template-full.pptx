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1" i="0" u="none" strike="noStrike">
                <a:solidFill>
                  <a:srgbClr val="1E2761"/>
                </a:solidFill>
                <a:latin typeface="Arial"/>
              </a:rPr>
              <a:t>Time to First Feature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Setup Time (days)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63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Template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63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6363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5F5">
        <a:alpha val="70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app-architecture-template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Clean Architecture Template for Polyglot Microservices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4114800" cy="27432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097280"/>
            <a:ext cx="2468880" cy="2286000"/>
          </a:xfrm>
          <a:prstGeom prst="rect">
            <a:avLst>
              <a:gd name="adj" fmla="val 4000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371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Supported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 · Python · NestJS · React · Quasar)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microservice setup wastes days to weeks before developers can write a single line of business logic.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wiring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DB, caching, messaging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setup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scaffolding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cycles and re-work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754880" y="118872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Template Delivers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DB, caching, messaging, observability — all configured and ready.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2588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Generators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745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yields working endpoints, tests, and architecture-compliant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154680"/>
            <a:ext cx="73152" cy="128016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Boilerplate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never touch config, Docker, or CI/CD — it just works.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5F5F5">
              <a:alpha val="40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15468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246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Focus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implement features in minutes, not weeks.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Enforced by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2560320"/>
          </a:xfrm>
          <a:prstGeom prst="rect">
            <a:avLst/>
          </a:prstGeom>
          <a:solidFill>
            <a:srgbClr val="22D3EE">
              <a:alpha val="8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Infrastructure / Adapters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74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REST API · GraphQL · DB Repositories · Message Queues · External Services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solidFill>
            <a:srgbClr val="34D399">
              <a:alpha val="8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Application /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Orchestrate domain objects to accomplish business goals. No framework imports.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solidFill>
            <a:srgbClr val="A78BFA">
              <a:alpha val="80000"/>
            </a:srgbClr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Domain / Entities &amp; Ports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Pure business logic. Zero framework dependencies.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2834640"/>
            <a:ext cx="0" cy="41148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3566160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solidFill>
            <a:srgbClr val="F96167">
              <a:alpha val="80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97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Domain layer must contain ZERO framework imports. Violations caught by pre-commit gates.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Stack Support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Java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Spring Boot · Gradle · JPA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ArchUnit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Python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FastAPI · SQLModel · Alembic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pytest-archon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73152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NestJS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TypeScript · Prisma · Jest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83280"/>
            <a:ext cx="73152" cy="5943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29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ReactJS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116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Vite · TanStack · Zustand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429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7772400" cy="594360"/>
          </a:xfrm>
          <a:prstGeom prst="rect">
            <a:avLst/>
          </a:prstGeom>
          <a:solidFill>
            <a:srgbClr val="F5F5F5">
              <a:alpha val="60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14800"/>
            <a:ext cx="73152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Quasar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1168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Vue · Capacitor · Pinia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Gate: depcruise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Comes Pre-Configured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Auth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JWT, OAuth2, RBAC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14173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PostgreSQL / MySQL + migrations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Caching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Redis, in-memory fallback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Messaging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578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RabbitMQ / Kafka events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Observability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Metrics, logging, tracing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270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4069080"/>
            <a:ext cx="411480" cy="41148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Deployment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25780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Docker, K8s, fleet-ready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Generator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1463040"/>
          </a:xfrm>
          <a:prstGeom prst="rect">
            <a:avLst/>
          </a:prstGeom>
          <a:solidFill>
            <a:srgbClr val="028090">
              <a:alpha val="88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37260" y="15087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72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Define 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70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371600"/>
            <a:ext cx="1371600" cy="1463040"/>
          </a:xfrm>
          <a:prstGeom prst="rect">
            <a:avLst/>
          </a:prstGeom>
          <a:solidFill>
            <a:srgbClr val="1E2761">
              <a:alpha val="88000"/>
            </a:srgbClr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7460" y="15087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74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574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Derive tech spec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472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478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371600"/>
            <a:ext cx="1371600" cy="1463040"/>
          </a:xfrm>
          <a:prstGeom prst="rect">
            <a:avLst/>
          </a:prstGeom>
          <a:solidFill>
            <a:srgbClr val="F96167">
              <a:alpha val="88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37660" y="150876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76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Generate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Run generator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474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80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1371600"/>
            <a:ext cx="1371600" cy="1463040"/>
          </a:xfrm>
          <a:prstGeom prst="rect">
            <a:avLst/>
          </a:prstGeom>
          <a:solidFill>
            <a:srgbClr val="FBBF24">
              <a:alpha val="88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37860" y="150876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78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Unit + integration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47688" y="2103120"/>
            <a:ext cx="192024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48272" y="2029968"/>
            <a:ext cx="128016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1371600"/>
            <a:ext cx="1371600" cy="1463040"/>
          </a:xfrm>
          <a:prstGeom prst="rect">
            <a:avLst/>
          </a:prstGeom>
          <a:solidFill>
            <a:srgbClr val="02C39A">
              <a:alpha val="88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38060" y="150876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806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Done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Ship with confidence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One command generates the full feature scaffold: controllers, use cases, repositories, entities, DTOs, and tests.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Reference: Prevent Architecture Drift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 Violations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imports in domain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Anemic service classes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leaked to API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injection (Autowired)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280160"/>
            <a:ext cx="73152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Measure Quality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coupling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by layer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test 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completeness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74320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280160"/>
            <a:ext cx="73152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Enforce Standards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gates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regression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GitHub issues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Developers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Ship features faster. No infra headaches.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26280" y="118872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Tech Leads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Team velocity up. No setup friction.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Architects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Clean Architecture enforced automatically.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91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DevOps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Pre-configured deployment. Zero config needed.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QA / Auditors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Reference baseline for compliance checks.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26280" y="3840480"/>
            <a:ext cx="3931920" cy="11887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84B59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Management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4343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Predictable timelines. Reduced rework.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Ready to Standardize?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Adopt app-architecture-template as your fleet-wide baseline for Clean Architecture compliance.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3+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Stacks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Supported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14x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Setup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743200"/>
            <a:ext cx="2194560" cy="14630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3520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Pre-Commit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Gates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Engineering Disciplines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772400" cy="1234440"/>
          </a:xfrm>
          <a:prstGeom prst="rect">
            <a:avLst/>
          </a:prstGeom>
          <a:solidFill>
            <a:srgbClr val="F5F5F5">
              <a:alpha val="50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Prompt Engineering (Standard 27)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Prompts are contracts, not questions. Every prompt has 5 sections: Role, Context, Task, Constraints, Output.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structure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 banks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discipline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scan gate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7772400" cy="1234440"/>
          </a:xfrm>
          <a:prstGeom prst="rect">
            <a:avLst/>
          </a:prstGeom>
          <a:solidFill>
            <a:srgbClr val="F5F5F5">
              <a:alpha val="50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73152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Context Engineering (Standard 28)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Context is the scarcest resource. Budget allocation + RAG pipeline ensures every token earns its place.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 tables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(6 steps)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scoring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strategies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7772400" cy="1234440"/>
          </a:xfrm>
          <a:prstGeom prst="rect">
            <a:avLst/>
          </a:prstGeom>
          <a:solidFill>
            <a:srgbClr val="F5F5F5">
              <a:alpha val="50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31920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Harness Engineering (Standard 29)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452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Automated pipelines for scaffolding, validation, and handoff. 5-phase lifecycle with 10 gates.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452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→ Scaffold → Validate → Handoff → Verify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validation gates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hierarchy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mgmt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The 5-Section Contract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solidFill>
            <a:srgbClr val="22D3EE">
              <a:alpha val="8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04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Who the model is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1828800" cy="548640"/>
          </a:xfrm>
          <a:prstGeom prst="rect">
            <a:avLst/>
          </a:prstGeom>
          <a:solidFill>
            <a:srgbClr val="34D399">
              <a:alpha val="8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56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What it needs to know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2331720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1828800" cy="548640"/>
          </a:xfrm>
          <a:prstGeom prst="rect">
            <a:avLst/>
          </a:prstGeom>
          <a:solidFill>
            <a:srgbClr val="A78BFA">
              <a:alpha val="8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420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What to do (1 sentence)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017520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1828800" cy="548640"/>
          </a:xfrm>
          <a:prstGeom prst="rect">
            <a:avLst/>
          </a:prstGeom>
          <a:solidFill>
            <a:srgbClr val="FBBF24">
              <a:alpha val="8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27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What NOT to 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3703320"/>
            <a:ext cx="0" cy="109728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40480"/>
            <a:ext cx="1828800" cy="548640"/>
          </a:xfrm>
          <a:prstGeom prst="rect">
            <a:avLst/>
          </a:prstGeom>
          <a:solidFill>
            <a:srgbClr val="FB7185">
              <a:alpha val="80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Exact response format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0" y="1097280"/>
            <a:ext cx="6126480" cy="32004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1234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Example: build-login-python.md (PROMPT-002)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160020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 building Quasar + Python auth app
</a:t>
            </a:r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Throwaway validation app, 90min timebox, localhost-only
</a:t>
            </a:r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login page with per-field validation + route guards
</a:t>
            </a:r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HTML disabled attr, no production secrets, no mobile breakpoint
</a:t>
            </a:r>
            <a:pPr algn="l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Working app + Playwright tests + data-testid selectors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Contradiction found: "disabled button" + "click to validate" → Fixed: visual-only disabled, still clickable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Budget + RAG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Default Budget Allocation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8016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463040"/>
            <a:ext cx="960120" cy="22860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63040"/>
            <a:ext cx="640080" cy="22860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37560" y="1463040"/>
            <a:ext cx="160020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7580" y="1463040"/>
            <a:ext cx="160020" cy="228600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137160" cy="137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Task context: 40%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13716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29968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Retrieved: 30%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37160" cy="1371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31136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Working memory: 20%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32304"/>
            <a:ext cx="13716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32304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System: 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137160" cy="137160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63347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Safety: 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RAG Pipeline (6 Steps)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146304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Index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56048" y="1645920"/>
            <a:ext cx="54864" cy="0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0" y="146304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Search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70448" y="1645920"/>
            <a:ext cx="54864" cy="0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46304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Score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1847088"/>
            <a:ext cx="0" cy="54864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0" y="219456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Assemble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377440"/>
            <a:ext cx="54864" cy="0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219456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Verify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70448" y="2377440"/>
            <a:ext cx="54864" cy="0"/>
          </a:xfrm>
          <a:prstGeom prst="line">
            <a:avLst/>
          </a:prstGeom>
          <a:noFill/>
          <a:ln w="19050">
            <a:solidFill>
              <a:srgbClr val="3636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194560"/>
            <a:ext cx="822960" cy="365760"/>
          </a:xfrm>
          <a:prstGeom prst="rect">
            <a:avLst/>
          </a:prstGeom>
          <a:solidFill>
            <a:srgbClr val="1E2761">
              <a:alpha val="90000"/>
            </a:srgbClr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1945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Context Assembly Example: build-login-python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boilerplate/python/AGENTS.md (stack patterns)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 27 (prompt structure) + Standard 29 (harness lifecycle)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prompts/build-login-python.md (full prompt with acceptance criteria)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boilerplate/quasar/ + boilerplate/python/ (source code for RAG)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63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Quasar data-testid patterns (from previous validation runs)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Engineering: 5 Phases, 10 Gates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46304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Initialize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65960" y="1508760"/>
            <a:ext cx="45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435608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188720"/>
            <a:ext cx="146304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Scaffold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508760"/>
            <a:ext cx="45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435608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188720"/>
            <a:ext cx="146304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66360" y="1508760"/>
            <a:ext cx="45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435608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1188720"/>
            <a:ext cx="146304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Handoff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4572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435608"/>
            <a:ext cx="146304" cy="146304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188720"/>
            <a:ext cx="1463040" cy="64008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DCFC"/>
                </a:solidFill>
              </a:rPr>
              <a:t>The 10 Validation Gates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560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Import/Compile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python -c / tsc / mvn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Type Check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pyright / tsc / javac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0723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072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Lint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0040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ruff / eslint / checkstyle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3284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0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import-linter / depcrusie / ArchUnit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844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3584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Format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0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ruff format / prettier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25603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Security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bandit / npm audit / SpotBugs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0" y="28163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8163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pytest / vitest / JUnit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30723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3072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Prompt Test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Manual review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0" y="33284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328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Context Fit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0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tiktoken estimate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0" y="35844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3584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Harness Integrity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0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63636"/>
                </a:solidFill>
              </a:rPr>
              <a:t>harness-verify.sh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96167">
              <a:alpha val="8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build-login-python passed all 10 gates: Playwright E2E tests verified route guards, per-field validation, and data-testid coverage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build-login-python End-to-End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1645920"/>
          </a:xfrm>
          <a:prstGeom prst="rect">
            <a:avLst/>
          </a:prstGeom>
          <a:solidFill>
            <a:srgbClr val="028090">
              <a:alpha val="88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User stories + AC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2011680"/>
            <a:ext cx="91440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4832" y="1938528"/>
            <a:ext cx="146304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188720"/>
            <a:ext cx="1554480" cy="1645920"/>
          </a:xfrm>
          <a:prstGeom prst="rect">
            <a:avLst/>
          </a:prstGeom>
          <a:solidFill>
            <a:srgbClr val="F96167">
              <a:alpha val="88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Prompt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PROMPT-002 v1.4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94760" y="2011680"/>
            <a:ext cx="91440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1938528"/>
            <a:ext cx="146304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188720"/>
            <a:ext cx="1554480" cy="1645920"/>
          </a:xfrm>
          <a:prstGeom prst="rect">
            <a:avLst/>
          </a:prstGeom>
          <a:solidFill>
            <a:srgbClr val="FBBF24">
              <a:alpha val="88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Scaffold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Quasar + FastAPI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2011680"/>
            <a:ext cx="91440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1938528"/>
            <a:ext cx="146304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188720"/>
            <a:ext cx="1554480" cy="1645920"/>
          </a:xfrm>
          <a:prstGeom prst="rect">
            <a:avLst/>
          </a:prstGeom>
          <a:solidFill>
            <a:srgbClr val="02C39A">
              <a:alpha val="88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Validate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10 gates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69480" y="2011680"/>
            <a:ext cx="91440" cy="0"/>
          </a:xfrm>
          <a:prstGeom prst="line">
            <a:avLst/>
          </a:prstGeom>
          <a:noFill/>
          <a:ln w="25400">
            <a:solidFill>
              <a:srgbClr val="363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938528"/>
            <a:ext cx="146304" cy="146304"/>
          </a:xfrm>
          <a:prstGeom prst="rect">
            <a:avLst/>
          </a:prstGeom>
          <a:solidFill>
            <a:srgbClr val="363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188720"/>
            <a:ext cx="1554480" cy="1645920"/>
          </a:xfrm>
          <a:prstGeom prst="rect">
            <a:avLst/>
          </a:prstGeom>
          <a:solidFill>
            <a:srgbClr val="1E2761">
              <a:alpha val="88000"/>
            </a:srgbClr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0664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Deploy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17373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Localhost:8000/9000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F5F5F5">
              <a:alpha val="50000"/>
            </a:srgbClr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Key Discoveries During Throwaway Build (90 minutes)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vv1.3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Disabled button contradiction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0" y="3611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Visual-only disabled (cursor:not-allowed), no HTML disabled attr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3867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vv1.4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3867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Route guard race condition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867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hasCheckedAuth flag ensures checkAuth() runs once before redirect decision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1239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vv1.4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" y="41239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Quasar selector trap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41239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data-testid on &lt;input&gt; element, not wrapper div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3799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</a:rPr>
              <a:t>vv1.4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" y="43799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Per-field error location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0" y="43799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Quasar renders errors with role="alert" in .q-field__bottom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Engineering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25880"/>
            <a:ext cx="73152" cy="12801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⚠️  Catches Contradictions Early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The disabled-button contradiction was found in 90min throwaway build. Without prompt engineering + contradiction scan, it would have reached production.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325880"/>
            <a:ext cx="73152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⏱️  Predictable Timelines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Context budgeting prevents token overflow. Harness gates prevent regressions. Teams ship in hours, not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63240"/>
            <a:ext cx="73152" cy="12801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📚  Reusable Knowledge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Every discovery (hasCheckedAuth, Quasar selectors) is versioned in the prompt. Next team starts at v1.4, not v1.0.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3931920" cy="155448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063240"/>
            <a:ext cx="73152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 Audit Trail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520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Every prompt has version, validator, validation date, and change log. Compliance teams can trace decisions.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96167">
              <a:alpha val="80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Result: 14× faster setup · Zero architecture drift · Contradictions caught before production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app-architecture-template</dc:title>
  <dc:subject>PptxGenJS Presentation</dc:subject>
  <dc:creator>Archie (Fleet Architect)</dc:creator>
  <cp:lastModifiedBy>Archie (Fleet Architect)</cp:lastModifiedBy>
  <cp:revision>1</cp:revision>
  <dcterms:created xsi:type="dcterms:W3CDTF">2026-06-21T12:25:06Z</dcterms:created>
  <dcterms:modified xsi:type="dcterms:W3CDTF">2026-06-21T12:25:06Z</dcterms:modified>
</cp:coreProperties>
</file>