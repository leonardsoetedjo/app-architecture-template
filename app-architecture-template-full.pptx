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5943600"/>
          </a:xfrm>
          <a:prstGeom prst="rect">
            <a:avLst>
              <a:gd name="adj" fmla="val 123077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app-architecture-template</a:t>
            </a:r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3+ Stacks Supported (Java · Python · NestJS · React · Quasar)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Production-Ready Clean Architecture Template for Polyglot Microservices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3657600"/>
          </a:xfrm>
          <a:prstGeom prst="rect">
            <a:avLst>
              <a:gd name="adj" fmla="val 200000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5120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Traditional microservice setup wastes days to weeks before developers can write a single line of business logic.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0" y="1371600"/>
            <a:ext cx="5029200" cy="3657600"/>
          </a:xfrm>
          <a:prstGeom prst="rect">
            <a:avLst>
              <a:gd name="adj" fmla="val 200000"/>
            </a:avLst>
          </a:prstGeom>
          <a:solidFill>
            <a:srgbClr val="FFFFFF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0" y="15544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Time to First Feature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0" y="2286000"/>
            <a:ext cx="1371600" cy="1828800"/>
          </a:xfrm>
          <a:prstGeom prst="rect">
            <a:avLst>
              <a:gd name="adj" fmla="val 533333"/>
            </a:avLst>
          </a:prstGeom>
          <a:solidFill>
            <a:srgbClr val="CB4B4F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42976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Traditional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14 days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0" y="3474720"/>
            <a:ext cx="1371600" cy="640080"/>
          </a:xfrm>
          <a:prstGeom prst="rect">
            <a:avLst>
              <a:gd name="adj" fmla="val 1142857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0" y="42976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With Template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 day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502920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Infrastructure wiring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Auth, DB, caching, messaging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CI/CD pipeline setup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Clean Architecture scaffolding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Review cycles and re-work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What the Template Delivers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Pre-Built Infrastructure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Auth, DB, caching, messaging, observability — all configured and ready.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0" y="1371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15544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Feature Generators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One command yields working endpoints, tests, and architecture-compliant code.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657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404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Invisible Boilerplate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Developers never touch config, Docker, or CI/CD — it just works.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3657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38404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Business Logic Focus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Teams implement features in minutes, not weeks.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Clean Architecture Enforced by Design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0972800" cy="1097280"/>
          </a:xfrm>
          <a:prstGeom prst="rect">
            <a:avLst>
              <a:gd name="adj" fmla="val 666667"/>
            </a:avLst>
          </a:prstGeom>
          <a:solidFill>
            <a:srgbClr val="CB4B4F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Infrastructure / Adapters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REST API · GraphQL · DB Repositories · Message Queues · External Services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10972800" cy="1097280"/>
          </a:xfrm>
          <a:prstGeom prst="rect">
            <a:avLst>
              <a:gd name="adj" fmla="val 666667"/>
            </a:avLst>
          </a:prstGeom>
          <a:solidFill>
            <a:srgbClr val="F7931E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834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Application / Use Cases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Orchestrate domain objects to accomplish business goals. No framework imports.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10972800" cy="1097280"/>
          </a:xfrm>
          <a:prstGeom prst="rect">
            <a:avLst>
              <a:gd name="adj" fmla="val 666667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114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Domain / Entities &amp; Ports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Pure business logic. Zero framework dependencies.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548640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FDDFBB"/>
          </a:solidFill>
          <a:ln w="25400">
            <a:solidFill>
              <a:srgbClr val="CB4B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6692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4B4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⛔ Domain layer must contain ZERO framework imports. Violations caught by pre-commit gates.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Polyglot Stack Support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Java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Spring Boot · Gradle · JPA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ArchUnit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Python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FastAPI · SQLModel · Alembic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pytest-archon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7931E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NestJS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TypeScript · Prisma · Jest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depcruise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ReactJS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Vite · TanStack · Zustand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depcruise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Quasar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Vue · Capacitor · Pinia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depcruise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Infrastructure Comes Pre-Configured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Auth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JWT, OAuth2, RBAC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Database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PostgreSQL / MySQL + migrations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7931E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Caching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Redis, in-memory fallback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Messaging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RabbitMQ / Kafka events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Observability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Metrics, logging, tracing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3816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CADCF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Deployment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Docker, K8s, fleet-ready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Feature Generator Workflow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 PRD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377440" y="1920240"/>
            <a:ext cx="274320" cy="36576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6" name="Shape 4"/>
          <p:cNvSpPr/>
          <p:nvPr/>
        </p:nvSpPr>
        <p:spPr>
          <a:xfrm>
            <a:off x="265176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2 Spec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920240"/>
            <a:ext cx="274320" cy="36576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3 Generate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274320" cy="36576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12" name="Shape 10"/>
          <p:cNvSpPr/>
          <p:nvPr/>
        </p:nvSpPr>
        <p:spPr>
          <a:xfrm>
            <a:off x="704088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4 Test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1920240"/>
            <a:ext cx="274320" cy="36576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15" name="Shape 13"/>
          <p:cNvSpPr/>
          <p:nvPr/>
        </p:nvSpPr>
        <p:spPr>
          <a:xfrm>
            <a:off x="923544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5 Done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10972800" cy="2286000"/>
          </a:xfrm>
          <a:prstGeom prst="rect">
            <a:avLst>
              <a:gd name="adj" fmla="val 320000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10607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Define feature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Derive tech spec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Run generator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Unit + integration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Ship with confidence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66928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8521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One command generates the full feature scaffold: controllers, use cases, repositories, entities, DTOs, and tests.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Audit Reference: Prevent Architecture Drift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CB4B4F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Detect Violations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Forbidden imports in domain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Anemic service classes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Entities leaked to API layer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Field injection (Autowired)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F7931E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554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Measure Quality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8056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Layer coupling score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Test coverage by layer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Architecture test count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Documentation completeness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554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Enforce Standards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2104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Pre-commit gates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651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Conventional commits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Architecture regression tests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2104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Per-service GitHub issues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Who Benefits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Developers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Ship features faster. No infra headaches.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Tech Leads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Team velocity up. No setup friction.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7931E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Architects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Clean Architecture enforced automatically.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DevOps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Pre-configured deployment. Zero config needed.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QA / Auditors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Reference baseline for compliance checks.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3816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CADCF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Management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Predictable timelines. Reduced rework.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5943600"/>
          </a:xfrm>
          <a:prstGeom prst="rect">
            <a:avLst>
              <a:gd name="adj" fmla="val 123077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Ready to Standardize?</a:t>
            </a:r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Adopt app-architecture-template as your fleet-wide baseline for Clean Architecture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828800" y="4572000"/>
            <a:ext cx="2286000" cy="1371600"/>
          </a:xfrm>
          <a:prstGeom prst="rect">
            <a:avLst>
              <a:gd name="adj" fmla="val 533333"/>
            </a:avLst>
          </a:prstGeom>
          <a:solidFill>
            <a:srgbClr val="FFFFFF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466344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3+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Stacks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Supported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0" y="4572000"/>
            <a:ext cx="2286000" cy="1371600"/>
          </a:xfrm>
          <a:prstGeom prst="rect">
            <a:avLst>
              <a:gd name="adj" fmla="val 533333"/>
            </a:avLst>
          </a:prstGeom>
          <a:solidFill>
            <a:srgbClr val="FFFFFF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66344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14x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Faster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Setup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0" y="4572000"/>
            <a:ext cx="2286000" cy="1371600"/>
          </a:xfrm>
          <a:prstGeom prst="rect">
            <a:avLst>
              <a:gd name="adj" fmla="val 533333"/>
            </a:avLst>
          </a:prstGeom>
          <a:solidFill>
            <a:srgbClr val="FFFFFF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0" y="466344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100%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Pre-Commit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The Three Engineering Disciplines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 Engineering (Std 27)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Prompts are contracts, not questions. 5-section structure, few-shots, version discipline.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0" y="1554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 Engineering (Std 28)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80560" y="237744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Budget allocation + RAG pipeline ensures every token earns its place.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F7931E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0" y="1554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Harness Engineering (Std 29)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0" y="237744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5-phase lifecycle with 10 gates. Automated scaffolding, validation, handoff.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 Engineering: The 5-Section Contract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ROLE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TASK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CONSTRAINTS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23544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OUTPUT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10972800" cy="3200400"/>
          </a:xfrm>
          <a:prstGeom prst="rect">
            <a:avLst>
              <a:gd name="adj" fmla="val 228571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68880"/>
            <a:ext cx="10607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Example: build-login-python.md (PROMPT-002)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ROLE: AI agent building Quasar + Python auth app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CONTEXT: Throwaway validation app, 90min timebox, localhost-only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TASK: Build login page with per-field validation + route guards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CONSTRAINTS: No HTML disabled attr, no production secrets, no mobile breakpoint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OUTPUT: Working app + Playwright tests + data-testid selectors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566928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CB4B4F"/>
          </a:solidFill>
          <a:ln w="25400">
            <a:solidFill>
              <a:srgbClr val="CB4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8521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Contradiction found: "disabled button" + "click to validate" → Fixed: visual-only disabled, still clickable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 Engineering: Budget + RAG Pipeline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303520" cy="4114800"/>
          </a:xfrm>
          <a:prstGeom prst="rect">
            <a:avLst>
              <a:gd name="adj" fmla="val 177778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4937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Default Budget Allocation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Task context: 40%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Retrieved: 30%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Working memory: 20%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System: 5%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Safety: 5%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0" y="1371600"/>
            <a:ext cx="5303520" cy="4114800"/>
          </a:xfrm>
          <a:prstGeom prst="rect">
            <a:avLst>
              <a:gd name="adj" fmla="val 177778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1554480"/>
            <a:ext cx="4937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RAG Pipeline (6 Steps)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1. Index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2. Search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3. Score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4. Assemble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5. Verify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6. Send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566928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8521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 Assembly Example: build-login-python — ✓ boilerplate/python/AGENTS.md, Standard 27/29, prompts/build-login-python.md, Quasar + Python source code, data-testid patterns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Harness Engineering: 5 Phases, 10 Gates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Initialize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Scaffold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Validate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Handoff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23544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Verify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10972800" cy="3200400"/>
          </a:xfrm>
          <a:prstGeom prst="rect">
            <a:avLst>
              <a:gd name="adj" fmla="val 228571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G1: Import/Compile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python -c / tsc / mvn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5176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G2: Type Check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pyright / tsc / javac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G3: Lint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ruff / eslint / checkstyle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G4: Architecture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import-linter / depcruise / ArchUnit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23544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G5: Format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ruff format / prettier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G6: Security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bandit / npm audit / SpotBugs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65176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G7: Tests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pytest / vitest / JUnit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4632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G8: Prompt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Manual review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04088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G9: Context Fit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tiktoken estimate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G10: Harness Integrity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harness-verify.sh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66928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8521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build-login-python passed all 10 gates: Playwright E2E tests verified route guards, per-field validation, and data-testid coverage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Case Study: build-login-python End-to-End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User stories + AC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77440" y="1920240"/>
            <a:ext cx="274320" cy="27432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6" name="Shape 4"/>
          <p:cNvSpPr/>
          <p:nvPr/>
        </p:nvSpPr>
        <p:spPr>
          <a:xfrm>
            <a:off x="265176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PROMPT-002 v1.4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1920240"/>
            <a:ext cx="274320" cy="27432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F7931E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Scaffold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Quasar + FastAPI code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274320" cy="27432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12" name="Shape 10"/>
          <p:cNvSpPr/>
          <p:nvPr/>
        </p:nvSpPr>
        <p:spPr>
          <a:xfrm>
            <a:off x="704088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Validate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10 gates PASS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1920240"/>
            <a:ext cx="274320" cy="27432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15" name="Shape 13"/>
          <p:cNvSpPr/>
          <p:nvPr/>
        </p:nvSpPr>
        <p:spPr>
          <a:xfrm>
            <a:off x="923544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CADCF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Deploy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Localhost:8000/9000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10972800" cy="2743200"/>
          </a:xfrm>
          <a:prstGeom prst="rect">
            <a:avLst>
              <a:gd name="adj" fmla="val 266667"/>
            </a:avLst>
          </a:prstGeom>
          <a:solidFill>
            <a:srgbClr val="FDDFBB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10607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Key Discoveries During Throwaway Build (90 minutes)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v1.3 → Disabled button contradiction → Visual-only disabled (cursor:not-allowed), no HTML disabled attr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v1.4 → Route guard race condition → hasCheckedAuth flag ensures checkAuth() runs once before redirect decision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v1.4 → Quasar selector trap → data-testid on &lt;input&gt; element, not wrapper div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v1.4 → Per-field error location → Quasar renders errors with role="alert" in .q-field__bottom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Why Deep Engineering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CB4B4F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⚠️ Catches Contradictions Early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The disabled-button contradiction was found in 90min throwaway build. Without prompt engineering + contradiction scan, it would have reached production.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0" y="1371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F7931E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09360" y="1554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⏱️ Predictable Timelines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309360" y="21031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 budgeting prevents token overflow. Harness gates prevent regressions. Teams ship in hours, not days.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5303520" cy="2011680"/>
          </a:xfrm>
          <a:prstGeom prst="rect">
            <a:avLst>
              <a:gd name="adj" fmla="val 363636"/>
            </a:avLst>
          </a:prstGeom>
          <a:solidFill>
            <a:srgbClr val="009245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📚 Reusable Knowledge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Every discovery (hasCheckedAuth, Quasar selectors) is versioned in the prompt. Next team starts at v1.4, not v1.0.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3840480"/>
            <a:ext cx="53035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25400">
            <a:solidFill>
              <a:srgbClr val="21212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40233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🔍 Audit Trail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09360" y="45720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Every prompt has version, validator, validation date, and change log. Compliance teams can trace decisions.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594360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FDDFBB"/>
          </a:solidFill>
          <a:ln w="25400">
            <a:solidFill>
              <a:srgbClr val="0071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61264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Result: 14× faster setup · Zero architecture drift · Contradictions caught before production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2026-06-21T14:41:09Z</dcterms:created>
  <dcterms:modified xsi:type="dcterms:W3CDTF">2026-06-21T14:41:09Z</dcterms:modified>
</cp:coreProperties>
</file>